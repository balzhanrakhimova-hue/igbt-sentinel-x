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IGBT Sentinel X X: TwinPulse Fingerprint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Pre-installation test-cell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Safe screening • Traceable results • Faster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Adaptive inspection • Fingerprint comparison • Explainable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F4F8FC"/>
                </a:solidFill>
              </a:defRPr>
            </a:pPr>
            <a:r>
              <a:t>Defects may be discovered only after the module is installed.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F4F8FC"/>
                </a:solidFill>
              </a:defRPr>
            </a:pPr>
            <a:r>
              <a:t>Late discovery means rework, locomotive unavailability and wasted technician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F4F8FC"/>
                </a:solidFill>
              </a:defRPr>
            </a:pPr>
            <a:r>
              <a:t>Our goal: detect electrical anomalies earlier, at a controlled bench.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What we are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01  Protected modular fixture + qualified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02  Adaptive test selection using synthetic evidence (production: validated part limits)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03  Digital fingerprint, uncertainty-aware triage, JSON/CSV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70831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04  Automatically escalate only when screening results warrant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IGBT module  →  keyed enclosure &amp; interlocks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78992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11296"/>
            <a:ext cx="1078992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Qualified instruments + independent safety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33672"/>
            <a:ext cx="1078992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56048"/>
            <a:ext cx="1078992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Isolated data acquisition  →  Laptop dashboard  → 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What the test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STATIC: VGE(th), VCE(sat), ICES, IGES, diode VF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INTEGRATION: gate-driver rails, safety / interlock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EXTENDED: switching behavior, insulation, thermal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70831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Every measurement compared to PART-SPECIFIC approved limits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Adaptive screening: smarter than fixed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QUICK  |  synthetic ~4 min: five core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EXTENDED  |  synthetic ~14 min: four additional simulated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Times are estimates, not measured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70831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Actual production profiles depend on module specs and safety sign-off.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Live demo: Adaptive fingerprint, five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HEALTHY  →  SCREEN PASS in Quick/Adaptive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THERMAL DRIFT  →  subtle fingerprint triggers extended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HIGH UNCERTAINTY  →  RETEST, not false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70831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Run → inspect fingerprint + decision log → export JSON/CSV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Safety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Never test a locomotive power module with unvalidated DIY HV wiring.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Door interlock, emergency stop, discharge verification, independent safety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4F8FC"/>
                </a:solidFill>
              </a:defRPr>
            </a:pPr>
            <a:r>
              <a:t>Demo simulates readings; hardware must pass engineering approval.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Indicative budget: low-voltage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Estimated allowance: $2,720–$8,250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Fixture • enclosure • DAQ • supply • controller •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Excludes industrial HV/dynamic tester, certification and shipping.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70831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4F8FC"/>
                </a:solidFill>
              </a:defRPr>
            </a:pPr>
            <a:r>
              <a:t>Obtain real vendor quotations before procurement.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Impact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8FC"/>
                </a:solidFill>
              </a:defRPr>
            </a:pPr>
            <a:r>
              <a:t>Test before installation → prevent avoidable rework.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39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8FC"/>
                </a:solidFill>
              </a:defRPr>
            </a:pPr>
            <a:r>
              <a:t>Example saving: 5.5 technician-hours per caught defect (assumed).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02735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8FC"/>
                </a:solidFill>
              </a:defRPr>
            </a:pPr>
            <a:r>
              <a:t>Next: exact Wabtec part number, datasheet limits, FMEA, calibrated trials.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70831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8FC"/>
                </a:solidFill>
              </a:defRPr>
            </a:pPr>
            <a:r>
              <a:t>Demo status: WORKING SOFTWARE / SIMULATED ELECTRICAL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303F"/>
                </a:solidFill>
              </a:defRPr>
            </a:pPr>
            <a:r>
              <a:t>NU–WABTEC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4F8F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66543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4F8FC"/>
                </a:solidFill>
              </a:defRPr>
            </a:pPr>
            <a:r>
              <a:t>IGBT Sentinel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4F8FC"/>
                </a:solidFill>
              </a:defRPr>
            </a:pPr>
            <a:r>
              <a:t>Test the evidence. Explain the decision. Prevent rework.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6849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4F8F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